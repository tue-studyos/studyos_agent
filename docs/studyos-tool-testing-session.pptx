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443ecee82241e7" /><Relationship Type="http://schemas.openxmlformats.org/officeDocument/2006/relationships/extended-properties" Target="/docProps/app.xml" Id="R0064716b947d474c" /><Relationship Type="http://schemas.openxmlformats.org/officeDocument/2006/relationships/officeDocument" Target="/ppt/presentation.xml" Id="R09823ca6bcb6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96c8bac8284d76"/>
  </p:sldMasterIdLst>
  <p:notesMasterIdLst>
    <p:notesMasterId xmlns:r="http://schemas.openxmlformats.org/officeDocument/2006/relationships" r:id="Rfddd0087d9744a11"/>
  </p:notesMasterIdLst>
  <p:sldIdLst>
    <p:sldId xmlns:r="http://schemas.openxmlformats.org/officeDocument/2006/relationships" id="256" r:id="Reee83e4a68bc453e"/>
    <p:sldId xmlns:r="http://schemas.openxmlformats.org/officeDocument/2006/relationships" id="257" r:id="R965e91f47d094f0e"/>
    <p:sldId xmlns:r="http://schemas.openxmlformats.org/officeDocument/2006/relationships" id="258" r:id="Rcd096cb3307a4e9e"/>
    <p:sldId xmlns:r="http://schemas.openxmlformats.org/officeDocument/2006/relationships" id="259" r:id="Rabf229a7528c45f3"/>
    <p:sldId xmlns:r="http://schemas.openxmlformats.org/officeDocument/2006/relationships" id="260" r:id="R4816335ba6974715"/>
    <p:sldId xmlns:r="http://schemas.openxmlformats.org/officeDocument/2006/relationships" id="261" r:id="R3ab2fa40fabd4164"/>
    <p:sldId xmlns:r="http://schemas.openxmlformats.org/officeDocument/2006/relationships" id="262" r:id="R3ae67bf7c05941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80e5255d7b45b1" /><Relationship Type="http://schemas.openxmlformats.org/officeDocument/2006/relationships/slideMaster" Target="/ppt/slideMasters/slideMaster1.xml" Id="R4f96c8bac8284d76" /><Relationship Type="http://schemas.openxmlformats.org/officeDocument/2006/relationships/notesMaster" Target="/ppt/notesMasters/notesMaster1.xml" Id="Rfddd0087d9744a11" /><Relationship Type="http://schemas.openxmlformats.org/officeDocument/2006/relationships/presProps" Target="/ppt/presProps.xml" Id="Rb1dfea191c4f48f8" /><Relationship Type="http://schemas.openxmlformats.org/officeDocument/2006/relationships/tableStyles" Target="/ppt/tableStyles.xml" Id="Rc30e51f3e3f04eb8" /><Relationship Type="http://schemas.openxmlformats.org/officeDocument/2006/relationships/slide" Target="/ppt/slides/slide1.xml" Id="Reee83e4a68bc453e" /><Relationship Type="http://schemas.openxmlformats.org/officeDocument/2006/relationships/slide" Target="/ppt/slides/slide2.xml" Id="R965e91f47d094f0e" /><Relationship Type="http://schemas.openxmlformats.org/officeDocument/2006/relationships/slide" Target="/ppt/slides/slide3.xml" Id="Rcd096cb3307a4e9e" /><Relationship Type="http://schemas.openxmlformats.org/officeDocument/2006/relationships/slide" Target="/ppt/slides/slide4.xml" Id="Rabf229a7528c45f3" /><Relationship Type="http://schemas.openxmlformats.org/officeDocument/2006/relationships/slide" Target="/ppt/slides/slide5.xml" Id="R4816335ba6974715" /><Relationship Type="http://schemas.openxmlformats.org/officeDocument/2006/relationships/slide" Target="/ppt/slides/slide6.xml" Id="R3ab2fa40fabd4164" /><Relationship Type="http://schemas.openxmlformats.org/officeDocument/2006/relationships/slide" Target="/ppt/slides/slide7.xml" Id="R3ae67bf7c05941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7463311fae41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59ff4a89ea425b" /><Relationship Type="http://schemas.openxmlformats.org/officeDocument/2006/relationships/notesMaster" Target="/ppt/notesMasters/notesMaster1.xml" Id="R231c2b4932914f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03d5bd031a4662" /><Relationship Type="http://schemas.openxmlformats.org/officeDocument/2006/relationships/notesMaster" Target="/ppt/notesMasters/notesMaster1.xml" Id="R976f4acd820346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1901155f374843" /><Relationship Type="http://schemas.openxmlformats.org/officeDocument/2006/relationships/notesMaster" Target="/ppt/notesMasters/notesMaster1.xml" Id="R0be9bab3088b43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d5a696a0564958" /><Relationship Type="http://schemas.openxmlformats.org/officeDocument/2006/relationships/notesMaster" Target="/ppt/notesMasters/notesMaster1.xml" Id="R736580269c174a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fc95a7d6eb4146" /><Relationship Type="http://schemas.openxmlformats.org/officeDocument/2006/relationships/notesMaster" Target="/ppt/notesMasters/notesMaster1.xml" Id="Rbd6b6ad71f9e4c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9566dca857425d" /><Relationship Type="http://schemas.openxmlformats.org/officeDocument/2006/relationships/notesMaster" Target="/ppt/notesMasters/notesMaster1.xml" Id="Rf9d3f59f225542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067d1dc4a544bd" /><Relationship Type="http://schemas.openxmlformats.org/officeDocument/2006/relationships/notesMaster" Target="/ppt/notesMasters/notesMaster1.xml" Id="R023adafbf3b04f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7133213af47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6c23bbee1647ca" /><Relationship Type="http://schemas.openxmlformats.org/officeDocument/2006/relationships/slideLayout" Target="/ppt/slideLayouts/slideLayout1.xml" Id="Rdb182ba4c37c40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182ba4c37c40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df2db33484933" /><Relationship Type="http://schemas.openxmlformats.org/officeDocument/2006/relationships/image" Target="/ppt/media/image.png" Id="Ra75369e5c15344c5" /><Relationship Type="http://schemas.openxmlformats.org/officeDocument/2006/relationships/notesSlide" Target="/ppt/notesSlides/notesSlide1.xml" Id="Rc4c60a91658547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55356ef814dcd" /><Relationship Type="http://schemas.openxmlformats.org/officeDocument/2006/relationships/image" Target="/ppt/media/image2.png" Id="R57462a7b9f3f40a3" /><Relationship Type="http://schemas.openxmlformats.org/officeDocument/2006/relationships/notesSlide" Target="/ppt/notesSlides/notesSlide2.xml" Id="R3fe422bd4af84f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8b6b6f22444c8" /><Relationship Type="http://schemas.openxmlformats.org/officeDocument/2006/relationships/notesSlide" Target="/ppt/notesSlides/notesSlide3.xml" Id="R0f61eadbc6e74d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deafda171436a" /><Relationship Type="http://schemas.openxmlformats.org/officeDocument/2006/relationships/notesSlide" Target="/ppt/notesSlides/notesSlide4.xml" Id="Rb825b75d9fc344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092574a84e92" /><Relationship Type="http://schemas.openxmlformats.org/officeDocument/2006/relationships/notesSlide" Target="/ppt/notesSlides/notesSlide5.xml" Id="R9a4f6b1ebb514c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328b1daf6416d" /><Relationship Type="http://schemas.openxmlformats.org/officeDocument/2006/relationships/notesSlide" Target="/ppt/notesSlides/notesSlide6.xml" Id="Rd30253d7f56c4c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6dae5bdca453d" /><Relationship Type="http://schemas.openxmlformats.org/officeDocument/2006/relationships/notesSlide" Target="/ppt/notesSlides/notesSlide7.xml" Id="R7db6d704cd304e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369e5c15344c5"/>
          <a:stretch xmlns:a="http://schemas.openxmlformats.org/drawingml/2006/main"/>
        </p:blipFill>
        <p:spPr>
          <a:xfrm xmlns:a="http://schemas.openxmlformats.org/drawingml/2006/main">
            <a:off x="9334500" y="5524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B1C07-597E-44F5-BD1E-4EEC081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StudyOS Agent testing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1B4F6-8112-4099-A300-18894251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Install it, connect the demo model, then test whether another student can use it without developer help.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F351B-DC93-430E-80D0-6CE39342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952A6-4C33-4AC7-B5D7-102301E0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Output for the slot: installation notes, one completed task, and anonymous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666B8-DD2F-400D-8C22-59763AA0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StudyOS Agent tool test ·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61034-B4DE-4848-8C76-A0D64EB4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305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Tue-StudyOS/StudyOS_Agent</a:t>
            </a:r>
          </a:p>
        </p:txBody>
      </p:sp>
    </p:spTree>
    <p:extLst>
      <p:ext uri="{BB962C8B-B14F-4D97-AF65-F5344CB8AC3E}">
        <p14:creationId xmlns:p14="http://schemas.microsoft.com/office/powerpoint/2010/main" val="136354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9D435-507B-4E55-A724-49BC65BA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Start from the public install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19215-8AA8-4676-AD0A-91C876B2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Scan the QR code or open the short URL. The same page links to the release assets.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B6947-3796-4F36-ACF5-1A7FBA35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StudyOS Agent tool test ·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E92F8-624D-4268-9229-02B7B3DD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305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Tue-StudyOS/StudyOS_Agent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62a7b9f3f40a3"/>
          <a:stretch xmlns:a="http://schemas.openxmlformats.org/drawingml/2006/main"/>
        </p:blipFill>
        <p:spPr>
          <a:xfrm xmlns:a="http://schemas.openxmlformats.org/drawingml/2006/main">
            <a:off x="8153400" y="18859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D31EC-5510-4A15-9E95-A8DE4366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95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tue-studyos.github.io/StudyOS_Agent/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70D85-B471-4CCE-B482-3E51195E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1188B-9534-4B61-B60A-CE4DDFF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582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Android phone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B466D-375D-4313-AECA-F4250EF2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19400"/>
            <a:ext cx="582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Download studyos-agent-1.0.0-1-android.apk, allow install from browser or file manager, then open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3E84E-4C50-477E-86D4-E32036D6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78BE2-ABE9-46B5-9F44-C93E6B63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582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Laptop 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76536-E099-48AE-A230-1BD26075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582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Download studyos-agent-web-1.0.0-1.zip, unzip it, serve the folder, then open localhost.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B11BC-07BA-492C-AFC7-F29B9325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92D86-2ED8-4462-BAFE-D32841AF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582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Developer machine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FDCA3-8DDD-412A-AF22-E3431ECA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582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Clone the repo, run flutter pub get, then run the app in Chrome from flutter_app.</a:t>
            </a:r>
          </a:p>
        </p:txBody>
      </p:sp>
    </p:spTree>
    <p:extLst>
      <p:ext uri="{BB962C8B-B14F-4D97-AF65-F5344CB8AC3E}">
        <p14:creationId xmlns:p14="http://schemas.microsoft.com/office/powerpoint/2010/main" val="536003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A2C5C2-AB5A-4ACB-9AB4-25CA1958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Pick the install route that matches your device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1F469-595C-4FF0-ABC6-5B0F3B6E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Keep the session focused by choosing the fastest route that can actually run on the tester's machine.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6E6C8-7680-4E3E-B533-FC1A46AF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StudyOS Agent tool test ·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B63F3-D6C7-4E85-A033-85AC477B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305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Tue-StudyOS/StudyOS_Agent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48C06-E3CB-434B-9E18-469A4976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F9223-560F-4776-873B-2CE08E46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Android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94B67-1FE7-4F49-B8D5-76F53DC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Run: Release APK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176B8-A3A1-4410-AA11-3F0FD2E3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Requires: Android device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E49BA-F4AC-4D1D-AC5E-8F109BF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Watch for: Install prompts or blocked unknown-source 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27E67-490D-48B3-BCBF-D8E7EF89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8600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D7A3B-30B3-4FEC-877C-2ECF1396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Any 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0C33D-54C2-4D25-9EB6-26FAD229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Run: Web zip + local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FDE94-D198-4B1E-ADB8-2389B70D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Requires: Python 3 and browser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8DDE7-26EF-4AC1-B141-1040625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Watch for: Blank page, direct file open, or port conflict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A291E-9926-4F63-81BD-AF84CD22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8600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CBE49-0B57-4E93-94C8-66B0F257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539F4-5A6F-47E3-B05A-2F7D2FF9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Run: flutter run -d chrome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E71DD-E783-4ADC-948A-C233334A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Requires: Flutter stable, Dart 3.12+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D4147-61A4-4A3F-9178-56968F9B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482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Watch for: Missing SDK, pub get failure, or Chrome target failure</a:t>
            </a:r>
          </a:p>
        </p:txBody>
      </p:sp>
    </p:spTree>
    <p:extLst>
      <p:ext uri="{BB962C8B-B14F-4D97-AF65-F5344CB8AC3E}">
        <p14:creationId xmlns:p14="http://schemas.microsoft.com/office/powerpoint/2010/main" val="1108311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E48DD6-838A-49F7-8F5A-0151CB50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Connect the shared lecture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29B6D-1B97-4368-809C-E3730A77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Use Custom assistant setup for the demo. The key is capped and expires after the lecture.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02AD9-68A5-45D2-B74B-B9446E5F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StudyOS Agent tool test ·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8B823-3319-488D-B70C-4FC9A585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305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Tue-StudyOS/StudyOS_Agent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09A27-458C-4C91-9637-1B949EE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Settings -&gt; Assistant setup -&gt; Custom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2C954-26BC-4739-A00E-756A6CB4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Endpoint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5F21C-C21D-4D0B-A3A1-D2F9C65A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ED3A9-2C31-4C31-8047-9C301366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https://openrouter.ai/api/v1/chat/completions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5C533-96D3-4E43-988A-DAF40CEC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D38E4-3516-4286-A521-C61188B0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67856-4761-4484-A181-7D439D70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nvidia/nemotron-3-ultra-550b-a55b:free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3DB57-AAE1-4D5E-A0A0-732F3C76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Demo API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59928-C313-4C84-AC14-04F75B3E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74C0D-EA7D-4CA8-83D4-BEB85F9A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[Removed: configure your own API key]</a:t>
            </a:r>
          </a:p>
        </p:txBody>
      </p:sp>
    </p:spTree>
    <p:extLst>
      <p:ext uri="{BB962C8B-B14F-4D97-AF65-F5344CB8AC3E}">
        <p14:creationId xmlns:p14="http://schemas.microsoft.com/office/powerpoint/2010/main" val="1567286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E92421-8859-428E-8558-D71A54F5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Give every tester the same three tasks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94F1D-A109-4C32-B73E-8910132E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goal is comparable feedback, not a free-form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61C6E-1A86-4AEB-B253-636C907D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StudyOS Agent tool test ·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570F7-6523-439C-98DC-FDEB5068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305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Tue-StudyOS/StudyOS_Agent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C0526-8962-4CA6-AF6B-E0DDCEA4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661D6-9F6E-4C0E-85B5-EB5C90D6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35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Install and launch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ADF3D-F6F2-4B3A-BDAB-12A800EA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35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Use the selected install route, open the app, and record the first blocker or time-to-first-screen.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40F02-916C-4135-BA41-DA244230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72CA0-808E-4525-9667-DD152D5C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935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Ask one tool-backed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853F3-A7BC-48BA-A452-2EA4AD84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935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Example: “What vegan Mensa options are available this week?” Check whether the answer matches the Campus tab.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918D0-1872-473D-9420-FED7E5AD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FCAD0-81A1-41DC-B434-06ABC820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935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Test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966B5-584E-4E2B-907F-D882D0E5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35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Ask: “Remember that I prefer vegan lunch near Wilhelmstrasse.” Then ask: “What do you remember about my lunch preference?”</a:t>
            </a:r>
          </a:p>
        </p:txBody>
      </p:sp>
    </p:spTree>
    <p:extLst>
      <p:ext uri="{BB962C8B-B14F-4D97-AF65-F5344CB8AC3E}">
        <p14:creationId xmlns:p14="http://schemas.microsoft.com/office/powerpoint/2010/main" val="1850577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E2DF4-3F41-4900-8A43-46FF2B38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Good prompts make the tools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E6D59-2836-468E-9A55-6779673F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Ask for actions that should leave evidence in the UI, trace, or local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4992D-A931-44B6-BD27-FE9585B2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StudyOS Agent tool test ·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B504B-4A96-44FE-A69F-E0323C16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305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Tue-StudyOS/StudyOS_Agent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10A0A-EC13-46BF-8DB9-0FC48C82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Campus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BB8FC-CC88-450E-8D23-A3A77056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193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What vegetarian or vegan meals are available this week?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99165-986A-41B3-B604-3349BDA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E068B-7ED3-4BA2-9DFC-66284331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CB75F-FEFC-46C9-955B-3422AC0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051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Remember that I study best in the morning, then read that memory 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0C1CB-D804-43F1-ABCF-AA5C9039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85B94-9F6B-466D-930F-F0C3E4A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Schedule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5C7BC-20CC-4DB8-9D06-4BC30561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909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What is the next lecture in my cached timetable?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FC34E-CBD7-4DCC-9589-F475C18A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7AD6D-4598-48C5-B24A-9EA91794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29F0B-6BBB-49BB-8138-56638068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767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Do I have recent university mails that mention a deadline?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765C8-9347-47D1-B0DA-74B63DBF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F035C-D1A8-4B5C-9E11-16F996CC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Android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BD917-35CD-48BE-812A-089FDF68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625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Open YouTube and search for StudyOS demo, or create a reminder for tomorrow.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AB107-E684-46DA-A683-4306BB6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25324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C85089-3EAD-431E-99F3-772B38E4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Feedback should explain what failed or worked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8D848-CD0C-4310-A20A-932645BB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SurveyHero is enough; make the form anonymous and short.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09FEA-8EB6-4A2D-A958-63BCE9E1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StudyOS Agent tool test ·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9C3FA-3BD6-454C-9AAC-3E65644C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305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Tue-StudyOS/StudyOS_Agent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7B63E-7533-498D-9AFF-ACD877F7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28157-AD31-4006-A8C1-F0ECE87A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Ask 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D06FC-0279-43B1-9B86-845EEEE1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Installation blocker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Unclear setup step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First useful answer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Wrong or missing tool behavior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One improvement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7DE28-5447-47A4-95A2-D44991D1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A1468-AA77-4091-992C-14A5F25F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Use the last five minutes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5C3F4-7FF7-40B3-BBB2-3B55A582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Compare blockers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Group repeated bugs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Decide one fix before the next meeting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Keep concept feedback separate from install bugs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877AA-AE4D-4D65-8DA6-E5623FBF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Suggested feedback tool: https://www.surveyhero.com/</a:t>
            </a:r>
          </a:p>
        </p:txBody>
      </p:sp>
    </p:spTree>
    <p:extLst>
      <p:ext uri="{BB962C8B-B14F-4D97-AF65-F5344CB8AC3E}">
        <p14:creationId xmlns:p14="http://schemas.microsoft.com/office/powerpoint/2010/main" val="737113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2026-07-02T13:56:32.8550000Z</dcterms:created>
  <dcterms:modified xsi:type="dcterms:W3CDTF">2026-07-02T13:56:32.8550000Z</dcterms:modified>
</coreProperties>
</file>